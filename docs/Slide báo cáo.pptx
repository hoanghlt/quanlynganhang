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62" r:id="rId5"/>
    <p:sldId id="264" r:id="rId6"/>
    <p:sldId id="265" r:id="rId7"/>
    <p:sldId id="266" r:id="rId8"/>
    <p:sldId id="267" r:id="rId9"/>
    <p:sldId id="268" r:id="rId10"/>
    <p:sldId id="269" r:id="rId11"/>
    <p:sldId id="258" r:id="rId12"/>
    <p:sldId id="259" r:id="rId13"/>
    <p:sldId id="26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6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17F56-AA68-4790-9DD5-3FB1E7CEE6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218CE9-D28A-4643-B1E6-9D22B3A770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DCD89-83D6-440C-87C2-290B44BA9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D36A-4129-4868-A654-22E0AC15B4DF}" type="datetimeFigureOut">
              <a:rPr lang="en-US" smtClean="0"/>
              <a:t>02-Oct-23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3C8B6-8ABB-4ED0-A214-7437F1CCD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B2E8D-5177-41B6-97F6-80990B274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E46-489F-4DCD-95CA-086B72C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259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E76A9-54C9-4488-9D4E-7A147FA63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AC04C-743C-4B07-9C65-32E186BD6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71E58F-B7C6-447E-98A6-AFE9A1A49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D36A-4129-4868-A654-22E0AC15B4DF}" type="datetimeFigureOut">
              <a:rPr lang="en-US" smtClean="0"/>
              <a:t>02-Oct-23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98E662-7B23-42F3-B55E-98095C9E4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8C440-CB0A-4340-943D-45C7BFE93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E46-489F-4DCD-95CA-086B72C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72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CC41B-902E-4644-905C-0D03C3D07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2A9DD7-CDC0-4298-A435-B7991E2754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29E53-A4E4-4633-BA77-3209159FC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D36A-4129-4868-A654-22E0AC15B4DF}" type="datetimeFigureOut">
              <a:rPr lang="en-US" smtClean="0"/>
              <a:t>02-Oct-23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86A2D-16C2-439F-9120-DEB0CC088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64366-2E6B-4253-8C56-84F76D4D6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E46-489F-4DCD-95CA-086B72C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803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F87B1-3DA5-408F-A266-C776F1AAA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37050-A1DE-4805-B79A-58397F5B00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07B4EC-4D51-465A-9EA9-13FDFCBAF8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4A1323-4C1C-4273-AE7B-0F2CEAFCA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D36A-4129-4868-A654-22E0AC15B4DF}" type="datetimeFigureOut">
              <a:rPr lang="en-US" smtClean="0"/>
              <a:t>02-Oct-23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53CBC-2AF5-4885-9739-BD6FD09D6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A99CED-E3CC-4B9A-8A36-D027D97C7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E46-489F-4DCD-95CA-086B72C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71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88CD3-EF27-4782-AA7A-374914383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C1D37C-AA1D-47C0-B4DE-B5DCD389BB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5106E7-BFE5-4427-9479-F273A5814C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52E352-64FE-474B-88C1-1A2B4FC0A5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1EF552-D660-4FAF-A4D6-82343EB479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E9D337-E5A3-47FB-BB05-194A4E3DD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D36A-4129-4868-A654-22E0AC15B4DF}" type="datetimeFigureOut">
              <a:rPr lang="en-US" smtClean="0"/>
              <a:t>02-Oct-23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40CBE1-D6BE-43DF-9874-3934132F5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7AB2A7-765A-4E19-937A-175ACC75B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E46-489F-4DCD-95CA-086B72C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560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CAB5D-FE33-4861-B379-8A848E675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9FCBBA-F703-4DDB-9696-D72BCE09D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D36A-4129-4868-A654-22E0AC15B4DF}" type="datetimeFigureOut">
              <a:rPr lang="en-US" smtClean="0"/>
              <a:t>02-Oct-23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A833E2-39B3-4536-BB66-F136479E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6852AE-88C9-41A7-B4B0-C2D6619C3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E46-489F-4DCD-95CA-086B72C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410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1CC0CE-0757-4ADE-92D5-01BAFFF0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D36A-4129-4868-A654-22E0AC15B4DF}" type="datetimeFigureOut">
              <a:rPr lang="en-US" smtClean="0"/>
              <a:t>02-Oct-23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8F6219-283C-4D95-BBDC-ED89359D7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6BA51E-48BC-4F0A-8482-F75839486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E46-489F-4DCD-95CA-086B72C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487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41811-ECAE-40EE-AD6E-40AE2672F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D936B-927A-4237-AC44-A63D0B1B4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EC2B17-998E-4050-A42F-FB49BC64AD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52C428-BF9C-49C9-9218-0DBF16864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D36A-4129-4868-A654-22E0AC15B4DF}" type="datetimeFigureOut">
              <a:rPr lang="en-US" smtClean="0"/>
              <a:t>02-Oct-23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D68147-D486-4004-B676-0973304A3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FBCF51-AFC4-49CF-846C-9925DBCF5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E46-489F-4DCD-95CA-086B72C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897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9793D-C0CB-4C70-B3BC-40241DABC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CE389E-9505-42B1-8CA3-4A337BFFF4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BA129E-BB70-4465-8558-2753CA7EF5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7B5D34-FAD3-4FE8-B33D-0B0ECA3E1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D36A-4129-4868-A654-22E0AC15B4DF}" type="datetimeFigureOut">
              <a:rPr lang="en-US" smtClean="0"/>
              <a:t>02-Oct-23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11FD84-E0AA-43C5-A37F-702AB1E87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D2FB1B-F2B1-4467-B325-032DD4D2A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E46-489F-4DCD-95CA-086B72C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059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0EF16-81F4-4A45-AFF7-20CF9A8DA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1A5CE4-46F9-40D0-A49B-0623E799D9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9F1CF-387B-48DB-9646-9A95A9344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D36A-4129-4868-A654-22E0AC15B4DF}" type="datetimeFigureOut">
              <a:rPr lang="en-US" smtClean="0"/>
              <a:t>02-Oct-23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97396A-50DB-4715-AB2E-1E05DC188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25442-2C3D-443F-846A-BC7C4F52B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E46-489F-4DCD-95CA-086B72C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912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19CCD1-B921-4038-9FD3-622F5E36C9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9AA10-56CA-4867-A0C7-E1F1F4CC4D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BD215-DC66-4A96-A261-382E9993F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D36A-4129-4868-A654-22E0AC15B4DF}" type="datetimeFigureOut">
              <a:rPr lang="en-US" smtClean="0"/>
              <a:t>02-Oct-23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BC841-103E-41CF-B2B9-CF069B5E2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1F941-EFE5-4989-A665-A135073CA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E46-489F-4DCD-95CA-086B72C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798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6CDEA5-CD02-4C6C-BDB8-9A181AFED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55A557-6E36-44ED-8F42-AB1E485FB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80FA8-87E4-45CE-8551-7B89381862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93D36A-4129-4868-A654-22E0AC15B4DF}" type="datetimeFigureOut">
              <a:rPr lang="en-US" smtClean="0"/>
              <a:t>02-Oct-23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5820D-DB16-4293-A4A1-7FF49C09D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733FEA-12E4-43DE-AC19-663D6EC263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FFBE46-489F-4DCD-95CA-086B72C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979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BA13C-20FC-4946-BEB8-0D9E744A6E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t">
            <a:norm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TR</a:t>
            </a:r>
            <a:r>
              <a:rPr lang="vi-VN" sz="4000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ỜNG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ĐẠI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CNTT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KHOA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NGHỆ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THÔNG TIN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EA682F-425F-4E59-A47C-72FE326897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04710" y="4589207"/>
            <a:ext cx="4933310" cy="1919873"/>
          </a:xfrm>
        </p:spPr>
        <p:txBody>
          <a:bodyPr>
            <a:normAutofit/>
          </a:bodyPr>
          <a:lstStyle/>
          <a:p>
            <a:pPr algn="l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Nhóm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#30:</a:t>
            </a:r>
          </a:p>
          <a:p>
            <a:pPr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1. Võ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Tấn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Hoàng</a:t>
            </a:r>
          </a:p>
          <a:p>
            <a:pPr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2.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Nguyễn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Thị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Thanh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Duyên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3.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Nguyễn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Xuân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Phước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2D2EC86-45F4-4831-B816-03E54AFB3F17}"/>
              </a:ext>
            </a:extLst>
          </p:cNvPr>
          <p:cNvSpPr txBox="1">
            <a:spLocks/>
          </p:cNvSpPr>
          <p:nvPr/>
        </p:nvSpPr>
        <p:spPr>
          <a:xfrm>
            <a:off x="1524000" y="2933445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5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sz="3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LÝ </a:t>
            </a:r>
            <a:r>
              <a:rPr lang="en-US" sz="35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NGÂN</a:t>
            </a:r>
            <a:r>
              <a:rPr lang="en-US" sz="3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5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endParaRPr lang="en-US" sz="35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5706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2DCA-CF88-4A15-C12D-B992623AE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Giới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thiệu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endParaRPr lang="vi-V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C4747-723B-6275-A90A-085C4E263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8F78EC4-C8F0-E14D-5C65-13B0692F8A11}"/>
              </a:ext>
            </a:extLst>
          </p:cNvPr>
          <p:cNvSpPr/>
          <p:nvPr/>
        </p:nvSpPr>
        <p:spPr>
          <a:xfrm>
            <a:off x="1849820" y="2764221"/>
            <a:ext cx="2252012" cy="20705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VÕ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TẤN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HOÀNG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1AF1D6C-A090-DE0F-98E7-B1E0859B263B}"/>
              </a:ext>
            </a:extLst>
          </p:cNvPr>
          <p:cNvSpPr/>
          <p:nvPr/>
        </p:nvSpPr>
        <p:spPr>
          <a:xfrm>
            <a:off x="4995126" y="2764218"/>
            <a:ext cx="2201747" cy="20705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NGUYỄN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THỊ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THANH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DUYÊN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2F2650B-4DB5-EBE7-80CF-C6610E534CA4}"/>
              </a:ext>
            </a:extLst>
          </p:cNvPr>
          <p:cNvSpPr/>
          <p:nvPr/>
        </p:nvSpPr>
        <p:spPr>
          <a:xfrm>
            <a:off x="8140432" y="2764219"/>
            <a:ext cx="2201748" cy="20705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NGUYỄN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XUÂN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PHƯỚC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5808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3D8A9-064F-4F6E-B75E-2EC7F821E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28B92-6FD7-4432-8150-75196CD07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Giới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thiệu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Cấu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trúc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9949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627F3-3CD5-440C-AB2A-D214803D0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Giới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thiệu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648B8-2155-468C-B7F8-D51EB73EA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Trong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thời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đại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ngày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nay,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áp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nghệ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tin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đã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trở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trọng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tâm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trọng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đối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nhiều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ngành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Đề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ngân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chú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trọng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giải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pháp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toàn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ngân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cung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cấp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khả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tin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khách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khoản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khách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giao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chính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thuận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tiện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ết hợp giữa ngôn ngữ lập trình Python, framework đồ họa PyQt5, và hệ thống quản lý cơ sở dữ liệu MySQL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6957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D22E0-E809-3C8D-7CDE-F29863B83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4578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FAD9B20-E48C-E91F-3E89-48EC0E86D2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7961" y="1356852"/>
            <a:ext cx="8596075" cy="4971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377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8B520-689D-7681-F922-656312A31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Chi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tiết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BE69725-5398-0E19-414B-1DEFC21DFF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0846" y="1468877"/>
            <a:ext cx="5485161" cy="25716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67C30C-48D0-EC96-D940-961B915CC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6615" y="4020156"/>
            <a:ext cx="6471486" cy="2389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64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5CC32-9400-D5CF-E3F1-FACA3ADFB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Chi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tiết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0909F5F-3FC3-C506-DE98-FBC30EDD2F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6091" y="2296391"/>
            <a:ext cx="10327205" cy="2627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799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791CB-2B8A-7995-CDD6-D14B21901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Chi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tiết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ACA340D-0BAF-D77C-446C-1D108235F6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4515" y="1836160"/>
            <a:ext cx="5614555" cy="38210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CC4CB0-9948-6F66-A2F9-B99C1C13F0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7347" y="1888113"/>
            <a:ext cx="5852982" cy="336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942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67965-DD84-56BF-8411-86F2175A8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Chi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tiết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F6AC5DA-431B-FC61-0D9C-FFC8CEC608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2722" y="2186311"/>
            <a:ext cx="5324835" cy="2721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643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EDEA6-8F93-569E-87B8-3B26C6EC7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59212-BA3B-13D4-6C9D-5E5D14A19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283743-FFF3-314D-85AE-F909E6241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6222" y="335629"/>
            <a:ext cx="7512628" cy="6282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192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9627F3-3CD5-440C-AB2A-D214803D0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US" sz="4800" dirty="0" err="1">
                <a:latin typeface="Arial" panose="020B0604020202020204" pitchFamily="34" charset="0"/>
                <a:cs typeface="Arial" panose="020B0604020202020204" pitchFamily="34" charset="0"/>
              </a:rPr>
              <a:t>Kiến</a:t>
            </a: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800" dirty="0" err="1">
                <a:latin typeface="Arial" panose="020B0604020202020204" pitchFamily="34" charset="0"/>
                <a:cs typeface="Arial" panose="020B0604020202020204" pitchFamily="34" charset="0"/>
              </a:rPr>
              <a:t>trúc</a:t>
            </a: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800" dirty="0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800" dirty="0" err="1"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648B8-2155-468C-B7F8-D51EB73EA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MySQL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làm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DB.</a:t>
            </a:r>
          </a:p>
          <a:p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mysql.connector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hỗ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trợ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nối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dự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án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PyQt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kế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UI.</a:t>
            </a:r>
          </a:p>
          <a:p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A diagram of a computer program&#10;&#10;Description automatically generated">
            <a:extLst>
              <a:ext uri="{FF2B5EF4-FFF2-40B4-BE49-F238E27FC236}">
                <a16:creationId xmlns:a16="http://schemas.microsoft.com/office/drawing/2014/main" id="{F2C964F6-666F-E4D0-3E45-41F0FCA12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2851280"/>
            <a:ext cx="10917936" cy="283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320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16F7C-5726-4E4B-AC89-372198712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CFCFE-AF90-4383-A48A-381AEDAC8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Phần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mềm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ngân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chức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bản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1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Thêm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Xóa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Sửa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khách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Thêm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Xóa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Sửa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khoản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khách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giao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khách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(Vay,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Gửi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tiền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Tín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78893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DBA54-9739-4AD5-BC58-14912BF8F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11E2B-C9E9-491E-BCE6-BE7BD48FC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6000" dirty="0">
                <a:latin typeface="Arial" panose="020B0604020202020204" pitchFamily="34" charset="0"/>
                <a:cs typeface="Arial" panose="020B0604020202020204" pitchFamily="34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427994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814</TotalTime>
  <Words>303</Words>
  <Application>Microsoft Office PowerPoint</Application>
  <PresentationFormat>Widescreen</PresentationFormat>
  <Paragraphs>36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TRƯỜNG ĐẠI HỌC CNTT KHOA CÔNG NGHỆ THÔNG TIN</vt:lpstr>
      <vt:lpstr>Giới thiệu thành viên</vt:lpstr>
      <vt:lpstr>NỘI DUNG</vt:lpstr>
      <vt:lpstr>1. Giới thiệu</vt:lpstr>
      <vt:lpstr>2. Cơ sở dữ liệu</vt:lpstr>
      <vt:lpstr>Chi tiết cơ sở dữ liệu</vt:lpstr>
      <vt:lpstr>Chi tiết cơ sở dữ liệu</vt:lpstr>
      <vt:lpstr>Chi tiết cơ sở dữ liệu</vt:lpstr>
      <vt:lpstr>Chi tiết cơ sở dữ liệu</vt:lpstr>
      <vt:lpstr>PowerPoint Presentation</vt:lpstr>
      <vt:lpstr>3. Kiến trúc hệ thống</vt:lpstr>
      <vt:lpstr>4. Kết quả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TRƯỜNG ĐẠI HỌC QUỐC THẾ HỒNG BÀNG KHOA CÔNG NGHỆ THÔNG TIN</dc:title>
  <dc:creator>Phạm Thế Sơn</dc:creator>
  <cp:lastModifiedBy>hoangvt</cp:lastModifiedBy>
  <cp:revision>30</cp:revision>
  <dcterms:created xsi:type="dcterms:W3CDTF">2019-05-29T02:00:47Z</dcterms:created>
  <dcterms:modified xsi:type="dcterms:W3CDTF">2023-10-02T04:12:57Z</dcterms:modified>
</cp:coreProperties>
</file>