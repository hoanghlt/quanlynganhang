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58" r:id="rId12"/>
    <p:sldId id="259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 autoAdjust="0"/>
    <p:restoredTop sz="94660"/>
  </p:normalViewPr>
  <p:slideViewPr>
    <p:cSldViewPr snapToGrid="0">
      <p:cViewPr varScale="1">
        <p:scale>
          <a:sx n="78" d="100"/>
          <a:sy n="78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7F56-AA68-4790-9DD5-3FB1E7CEE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8CE9-D28A-4643-B1E6-9D22B3A77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CD89-83D6-440C-87C2-290B44BA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C8B6-8ABB-4ED0-A214-7437F1CC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2E8D-5177-41B6-97F6-80990B27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5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76A9-54C9-4488-9D4E-7A147FA6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04C-743C-4B07-9C65-32E186BD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1E58F-B7C6-447E-98A6-AFE9A1A4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E662-7B23-42F3-B55E-98095C9E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8C440-CB0A-4340-943D-45C7BFE9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41B-902E-4644-905C-0D03C3D0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A9DD7-CDC0-4298-A435-B7991E27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9E53-A4E4-4633-BA77-3209159F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6A2D-16C2-439F-9120-DEB0CC08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4366-2E6B-4253-8C56-84F76D4D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0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87B1-3DA5-408F-A266-C776F1AA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37050-A1DE-4805-B79A-58397F5B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4EC-4D51-465A-9EA9-13FDFCBAF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A1323-4C1C-4273-AE7B-0F2CEAFC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3CBC-2AF5-4885-9739-BD6FD09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9CED-E3CC-4B9A-8A36-D027D97C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8CD3-EF27-4782-AA7A-37491438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D37C-AA1D-47C0-B4DE-B5DCD389B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06E7-BFE5-4427-9479-F273A581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2E352-64FE-474B-88C1-1A2B4FC0A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EF552-D660-4FAF-A4D6-82343EB47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9D337-E5A3-47FB-BB05-194A4E3D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0CBE1-D6BE-43DF-9874-3934132F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AB2A7-765A-4E19-937A-175ACC75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AB5D-FE33-4861-B379-8A848E67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FCBBA-F703-4DDB-9696-D72BCE09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833E2-39B3-4536-BB66-F136479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852AE-88C9-41A7-B4B0-C2D6619C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1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CC0CE-0757-4ADE-92D5-01BAFFF0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F6219-283C-4D95-BBDC-ED89359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A51E-48BC-4F0A-8482-F7583948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1811-ECAE-40EE-AD6E-40AE2672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936B-927A-4237-AC44-A63D0B1B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C2B17-998E-4050-A42F-FB49BC64A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2C428-BF9C-49C9-9218-0DBF168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68147-D486-4004-B676-0973304A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CF51-AFC4-49CF-846C-9925DBCF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793D-C0CB-4C70-B3BC-40241DAB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E389E-9505-42B1-8CA3-4A337BFFF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A129E-BB70-4465-8558-2753CA7EF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5D34-FAD3-4FE8-B33D-0B0ECA3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1FD84-E0AA-43C5-A37F-702AB1E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2FB1B-F2B1-4467-B325-032DD4D2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5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EF16-81F4-4A45-AFF7-20CF9A8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5CE4-46F9-40D0-A49B-0623E799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9F1CF-387B-48DB-9646-9A95A934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396A-50DB-4715-AB2E-1E05DC18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25442-2C3D-443F-846A-BC7C4F52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CCD1-B921-4038-9FD3-622F5E36C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9AA10-56CA-4867-A0C7-E1F1F4CC4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D215-DC66-4A96-A261-382E999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C841-103E-41CF-B2B9-CF069B5E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1F941-EFE5-4989-A665-A135073C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DEA5-CD02-4C6C-BDB8-9A181AFE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5A557-6E36-44ED-8F42-AB1E485FB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0FA8-87E4-45CE-8551-7B8938186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D36A-4129-4868-A654-22E0AC15B4DF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820D-DB16-4293-A4A1-7FF49C09D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3FEA-12E4-43DE-AC19-663D6EC26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A13C-20FC-4946-BEB8-0D9E744A6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sz="40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CNTT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THÔNG TIN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682F-425F-4E59-A47C-72FE32689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4710" y="4589207"/>
            <a:ext cx="4933310" cy="1919873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Nhóm</a:t>
            </a:r>
            <a:r>
              <a:rPr lang="en-US" dirty="0"/>
              <a:t> #30:</a:t>
            </a:r>
          </a:p>
          <a:p>
            <a:pPr algn="l"/>
            <a:r>
              <a:rPr lang="en-US" dirty="0"/>
              <a:t>	1. Võ </a:t>
            </a:r>
            <a:r>
              <a:rPr lang="en-US" dirty="0" err="1"/>
              <a:t>Tấn</a:t>
            </a:r>
            <a:r>
              <a:rPr lang="en-US" dirty="0"/>
              <a:t> Hoàng</a:t>
            </a:r>
          </a:p>
          <a:p>
            <a:pPr algn="l"/>
            <a:r>
              <a:rPr lang="en-US" dirty="0"/>
              <a:t>	2.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Thanh </a:t>
            </a:r>
            <a:r>
              <a:rPr lang="en-US" dirty="0" err="1"/>
              <a:t>Duyên</a:t>
            </a:r>
            <a:endParaRPr lang="en-US" dirty="0"/>
          </a:p>
          <a:p>
            <a:pPr algn="l"/>
            <a:r>
              <a:rPr lang="en-US" dirty="0"/>
              <a:t>	3. </a:t>
            </a:r>
            <a:r>
              <a:rPr lang="en-US" dirty="0" err="1"/>
              <a:t>Nguyễn</a:t>
            </a:r>
            <a:r>
              <a:rPr lang="en-US" dirty="0"/>
              <a:t> Xuân </a:t>
            </a:r>
            <a:r>
              <a:rPr lang="en-US" dirty="0" err="1"/>
              <a:t>Phước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D2EC86-45F4-4831-B816-03E54AFB3F17}"/>
              </a:ext>
            </a:extLst>
          </p:cNvPr>
          <p:cNvSpPr txBox="1">
            <a:spLocks/>
          </p:cNvSpPr>
          <p:nvPr/>
        </p:nvSpPr>
        <p:spPr>
          <a:xfrm>
            <a:off x="1524000" y="29334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3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35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sz="3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3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0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2DCA-CF88-4A15-C12D-B992623A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4747-723B-6275-A90A-085C4E263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F78EC4-C8F0-E14D-5C65-13B0692F8A11}"/>
              </a:ext>
            </a:extLst>
          </p:cNvPr>
          <p:cNvSpPr/>
          <p:nvPr/>
        </p:nvSpPr>
        <p:spPr>
          <a:xfrm>
            <a:off x="1849820" y="2764221"/>
            <a:ext cx="1965095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VÕ </a:t>
            </a:r>
            <a:r>
              <a:rPr lang="en-US" dirty="0" err="1"/>
              <a:t>TẤN</a:t>
            </a:r>
            <a:r>
              <a:rPr lang="en-US" dirty="0"/>
              <a:t> HOÀNG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1D6C-A090-DE0F-98E7-B1E0859B263B}"/>
              </a:ext>
            </a:extLst>
          </p:cNvPr>
          <p:cNvSpPr/>
          <p:nvPr/>
        </p:nvSpPr>
        <p:spPr>
          <a:xfrm>
            <a:off x="5113452" y="2764219"/>
            <a:ext cx="1965095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THANH </a:t>
            </a:r>
            <a:r>
              <a:rPr lang="en-US" dirty="0" err="1"/>
              <a:t>DUYÊN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F2650B-4DB5-EBE7-80CF-C6610E534CA4}"/>
              </a:ext>
            </a:extLst>
          </p:cNvPr>
          <p:cNvSpPr/>
          <p:nvPr/>
        </p:nvSpPr>
        <p:spPr>
          <a:xfrm>
            <a:off x="8377084" y="2764219"/>
            <a:ext cx="1965096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NGUYỄN</a:t>
            </a:r>
            <a:r>
              <a:rPr lang="en-US" dirty="0"/>
              <a:t> XUÂN </a:t>
            </a:r>
            <a:r>
              <a:rPr lang="en-US" dirty="0" err="1"/>
              <a:t>PHƯỚC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0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D8A9-064F-4F6E-B75E-2EC7F821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8B92-6FD7-4432-8150-75196CD0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94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nay,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ết hợp giữa ngôn ngữ lập trình Python, framework đồ họa PyQt5, và hệ thống quản lý cơ sở dữ liệu MySQL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95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22E0-E809-3C8D-7CDE-F29863B8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AD9B20-E48C-E91F-3E89-48EC0E86D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961" y="1356852"/>
            <a:ext cx="8596075" cy="49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7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B520-689D-7681-F922-656312A3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E69725-5398-0E19-414B-1DEFC21DF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846" y="1468877"/>
            <a:ext cx="5485161" cy="2571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67C30C-48D0-EC96-D940-961B915CC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615" y="4020156"/>
            <a:ext cx="6471486" cy="23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CC32-9400-D5CF-E3F1-FACA3ADF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909F5F-3FC3-C506-DE98-FBC30EDD2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091" y="2296391"/>
            <a:ext cx="10327205" cy="26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9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91CB-2B8A-7995-CDD6-D14B2190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CA340D-0BAF-D77C-446C-1D108235F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515" y="1836160"/>
            <a:ext cx="5614555" cy="3821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CC4CB0-9948-6F66-A2F9-B99C1C13F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347" y="1888113"/>
            <a:ext cx="5852982" cy="336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4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7965-DD84-56BF-8411-86F2175A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6AC5DA-431B-FC61-0D9C-FFC8CEC60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722" y="2186311"/>
            <a:ext cx="5324835" cy="272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4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DEA6-8F93-569E-87B8-3B26C6EC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9212-BA3B-13D4-6C9D-5E5D14A1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83743-FFF3-314D-85AE-F909E624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222" y="335629"/>
            <a:ext cx="7512628" cy="628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9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3. </a:t>
            </a:r>
            <a:r>
              <a:rPr lang="en-US" sz="4800" dirty="0" err="1"/>
              <a:t>Kiến</a:t>
            </a:r>
            <a:r>
              <a:rPr lang="en-US" sz="4800" dirty="0"/>
              <a:t> </a:t>
            </a:r>
            <a:r>
              <a:rPr lang="en-US" sz="4800" dirty="0" err="1"/>
              <a:t>trúc</a:t>
            </a:r>
            <a:r>
              <a:rPr lang="en-US" sz="4800" dirty="0"/>
              <a:t> </a:t>
            </a:r>
            <a:r>
              <a:rPr lang="en-US" sz="4800" dirty="0" err="1"/>
              <a:t>hệ</a:t>
            </a:r>
            <a:r>
              <a:rPr lang="en-US" sz="4800" dirty="0"/>
              <a:t> </a:t>
            </a:r>
            <a:r>
              <a:rPr lang="en-US" sz="4800" dirty="0" err="1"/>
              <a:t>thống</a:t>
            </a:r>
            <a:endParaRPr lang="en-US" sz="48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700" dirty="0" err="1"/>
              <a:t>Sử</a:t>
            </a:r>
            <a:r>
              <a:rPr lang="en-US" sz="1700" dirty="0"/>
              <a:t> </a:t>
            </a:r>
            <a:r>
              <a:rPr lang="en-US" sz="1700" dirty="0" err="1"/>
              <a:t>dụng</a:t>
            </a:r>
            <a:r>
              <a:rPr lang="en-US" sz="1700" dirty="0"/>
              <a:t> MySQL </a:t>
            </a:r>
            <a:r>
              <a:rPr lang="en-US" sz="1700" dirty="0" err="1"/>
              <a:t>làm</a:t>
            </a:r>
            <a:r>
              <a:rPr lang="en-US" sz="1700" dirty="0"/>
              <a:t> DB.</a:t>
            </a:r>
          </a:p>
          <a:p>
            <a:r>
              <a:rPr lang="en-US" sz="1700" dirty="0" err="1"/>
              <a:t>Sử</a:t>
            </a:r>
            <a:r>
              <a:rPr lang="en-US" sz="1700" dirty="0"/>
              <a:t> </a:t>
            </a:r>
            <a:r>
              <a:rPr lang="en-US" sz="1700" dirty="0" err="1"/>
              <a:t>dụng</a:t>
            </a:r>
            <a:r>
              <a:rPr lang="en-US" sz="1700" dirty="0"/>
              <a:t> </a:t>
            </a:r>
            <a:r>
              <a:rPr lang="en-US" sz="1700" dirty="0" err="1"/>
              <a:t>mysql.connector</a:t>
            </a:r>
            <a:r>
              <a:rPr lang="en-US" sz="1700" dirty="0"/>
              <a:t> </a:t>
            </a:r>
            <a:r>
              <a:rPr lang="en-US" sz="1700" dirty="0" err="1"/>
              <a:t>hỗ</a:t>
            </a:r>
            <a:r>
              <a:rPr lang="en-US" sz="1700" dirty="0"/>
              <a:t> </a:t>
            </a:r>
            <a:r>
              <a:rPr lang="en-US" sz="1700" dirty="0" err="1"/>
              <a:t>trợ</a:t>
            </a:r>
            <a:r>
              <a:rPr lang="en-US" sz="1700" dirty="0"/>
              <a:t> </a:t>
            </a:r>
            <a:r>
              <a:rPr lang="en-US" sz="1700" dirty="0" err="1"/>
              <a:t>kết</a:t>
            </a:r>
            <a:r>
              <a:rPr lang="en-US" sz="1700" dirty="0"/>
              <a:t> </a:t>
            </a:r>
            <a:r>
              <a:rPr lang="en-US" sz="1700" dirty="0" err="1"/>
              <a:t>nối</a:t>
            </a:r>
            <a:r>
              <a:rPr lang="en-US" sz="1700" dirty="0"/>
              <a:t> </a:t>
            </a:r>
            <a:r>
              <a:rPr lang="en-US" sz="1700" dirty="0" err="1"/>
              <a:t>dữ</a:t>
            </a:r>
            <a:r>
              <a:rPr lang="en-US" sz="1700" dirty="0"/>
              <a:t> </a:t>
            </a:r>
            <a:r>
              <a:rPr lang="en-US" sz="1700" dirty="0" err="1"/>
              <a:t>liệu</a:t>
            </a:r>
            <a:r>
              <a:rPr lang="en-US" sz="1700" dirty="0"/>
              <a:t> </a:t>
            </a:r>
            <a:r>
              <a:rPr lang="en-US" sz="1700" dirty="0" err="1"/>
              <a:t>cho</a:t>
            </a:r>
            <a:r>
              <a:rPr lang="en-US" sz="1700" dirty="0"/>
              <a:t> </a:t>
            </a:r>
            <a:r>
              <a:rPr lang="en-US" sz="1700" dirty="0" err="1"/>
              <a:t>dự</a:t>
            </a:r>
            <a:r>
              <a:rPr lang="en-US" sz="1700" dirty="0"/>
              <a:t> </a:t>
            </a:r>
            <a:r>
              <a:rPr lang="en-US" sz="1700" dirty="0" err="1"/>
              <a:t>án</a:t>
            </a:r>
            <a:r>
              <a:rPr lang="en-US" sz="1700" dirty="0"/>
              <a:t>.</a:t>
            </a:r>
          </a:p>
          <a:p>
            <a:r>
              <a:rPr lang="en-US" sz="1700" dirty="0" err="1"/>
              <a:t>Sử</a:t>
            </a:r>
            <a:r>
              <a:rPr lang="en-US" sz="1700" dirty="0"/>
              <a:t> </a:t>
            </a:r>
            <a:r>
              <a:rPr lang="en-US" sz="1700" dirty="0" err="1"/>
              <a:t>dụng</a:t>
            </a:r>
            <a:r>
              <a:rPr lang="en-US" sz="1700" dirty="0"/>
              <a:t> </a:t>
            </a:r>
            <a:r>
              <a:rPr lang="en-US" sz="1700" dirty="0" err="1"/>
              <a:t>PyQt</a:t>
            </a:r>
            <a:r>
              <a:rPr lang="en-US" sz="1700" dirty="0"/>
              <a:t> </a:t>
            </a:r>
            <a:r>
              <a:rPr lang="en-US" sz="1700" dirty="0" err="1"/>
              <a:t>để</a:t>
            </a:r>
            <a:r>
              <a:rPr lang="en-US" sz="1700" dirty="0"/>
              <a:t> </a:t>
            </a:r>
            <a:r>
              <a:rPr lang="en-US" sz="1700" dirty="0" err="1"/>
              <a:t>thiết</a:t>
            </a:r>
            <a:r>
              <a:rPr lang="en-US" sz="1700" dirty="0"/>
              <a:t> </a:t>
            </a:r>
            <a:r>
              <a:rPr lang="en-US" sz="1700" dirty="0" err="1"/>
              <a:t>kế</a:t>
            </a:r>
            <a:r>
              <a:rPr lang="en-US" sz="1700" dirty="0"/>
              <a:t> UI.</a:t>
            </a:r>
          </a:p>
          <a:p>
            <a:r>
              <a:rPr lang="en-US" sz="1700" dirty="0" err="1"/>
              <a:t>Mô</a:t>
            </a:r>
            <a:r>
              <a:rPr lang="en-US" sz="1700" dirty="0"/>
              <a:t> </a:t>
            </a:r>
            <a:r>
              <a:rPr lang="en-US" sz="1700" dirty="0" err="1"/>
              <a:t>hình</a:t>
            </a:r>
            <a:r>
              <a:rPr lang="en-US" sz="1700" dirty="0"/>
              <a:t> </a:t>
            </a:r>
            <a:r>
              <a:rPr lang="en-US" sz="1700" dirty="0" err="1"/>
              <a:t>hệ</a:t>
            </a:r>
            <a:r>
              <a:rPr lang="en-US" sz="1700" dirty="0"/>
              <a:t> </a:t>
            </a:r>
            <a:r>
              <a:rPr lang="en-US" sz="1700" dirty="0" err="1"/>
              <a:t>thống</a:t>
            </a:r>
            <a:r>
              <a:rPr lang="en-US" sz="1700" dirty="0"/>
              <a:t>: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F2C964F6-666F-E4D0-3E45-41F0FCA1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851280"/>
            <a:ext cx="10917936" cy="28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2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6F7C-5726-4E4B-AC89-37219871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FCFE-AF90-4383-A48A-381AEDAC8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</a:t>
            </a:r>
            <a:r>
              <a:rPr lang="en-US" dirty="0" err="1"/>
              <a:t>Thêm</a:t>
            </a:r>
            <a:r>
              <a:rPr lang="en-US" dirty="0"/>
              <a:t>, </a:t>
            </a:r>
            <a:r>
              <a:rPr lang="en-US" dirty="0" err="1"/>
              <a:t>Xóa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(</a:t>
            </a:r>
            <a:r>
              <a:rPr lang="en-US" dirty="0" err="1"/>
              <a:t>Thêm</a:t>
            </a:r>
            <a:r>
              <a:rPr lang="en-US" dirty="0"/>
              <a:t>, </a:t>
            </a:r>
            <a:r>
              <a:rPr lang="en-US" dirty="0" err="1"/>
              <a:t>Xóa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 lvl="1"/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(Vay,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8893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BA54-9739-4AD5-BC58-14912BF8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1E2B-C9E9-491E-BCE6-BE7BD48FC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2799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311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TRƯỜNG ĐẠI HỌC CNTT KHOA CÔNG NGHỆ THÔNG TIN</vt:lpstr>
      <vt:lpstr>Giới thiệu thành viên</vt:lpstr>
      <vt:lpstr>NỘI DUNG</vt:lpstr>
      <vt:lpstr>1. Giới thiệu</vt:lpstr>
      <vt:lpstr>2. Cơ sở dữ liệu</vt:lpstr>
      <vt:lpstr>Chi tiết cơ sở dữ liệu</vt:lpstr>
      <vt:lpstr>Chi tiết cơ sở dữ liệu</vt:lpstr>
      <vt:lpstr>Chi tiết cơ sở dữ liệu</vt:lpstr>
      <vt:lpstr>Chi tiết cơ sở dữ liệu</vt:lpstr>
      <vt:lpstr>PowerPoint Presentation</vt:lpstr>
      <vt:lpstr>3. Kiến trúc hệ thống</vt:lpstr>
      <vt:lpstr>4. Kết quả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QUỐC THẾ HỒNG BÀNG KHOA CÔNG NGHỆ THÔNG TIN</dc:title>
  <dc:creator>Phạm Thế Sơn</dc:creator>
  <cp:lastModifiedBy>Hoang</cp:lastModifiedBy>
  <cp:revision>19</cp:revision>
  <dcterms:created xsi:type="dcterms:W3CDTF">2019-05-29T02:00:47Z</dcterms:created>
  <dcterms:modified xsi:type="dcterms:W3CDTF">2023-10-01T17:19:04Z</dcterms:modified>
</cp:coreProperties>
</file>